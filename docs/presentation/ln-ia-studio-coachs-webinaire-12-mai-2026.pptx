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ogramme-webinaire-atelier-ln-ia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che-vous-repartirez-avec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1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94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F2C86B"/>
                </a:solidFill>
              </a:rPr>
              <a:t>Webinaire - 12 mai 2026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1143000"/>
            <a:ext cx="7498079" cy="1554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4000" b="1">
                <a:solidFill>
                  <a:srgbClr val="FFFFFF"/>
                </a:solidFill>
              </a:rPr>
              <a:t>Comment l'IA transforme le coaching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31520" y="2971800"/>
            <a:ext cx="64922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F7F7F4"/>
                </a:solidFill>
              </a:rPr>
              <a:t>Passer du coaching classique au coaching augmenté par IA, sans perdre l'humain.</a:t>
            </a:r>
          </a:p>
        </p:txBody>
      </p:sp>
      <p:sp>
        <p:nvSpPr>
          <p:cNvPr id="8" name="CTA"/>
          <p:cNvSpPr/>
          <p:nvPr/>
        </p:nvSpPr>
        <p:spPr>
          <a:xfrm>
            <a:off x="731520" y="4297680"/>
            <a:ext cx="3931920" cy="50292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9" name="CTA Text"/>
          <p:cNvSpPr txBox="1"/>
          <p:nvPr/>
        </p:nvSpPr>
        <p:spPr>
          <a:xfrm>
            <a:off x="914400" y="4443984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101820"/>
                </a:solidFill>
              </a:rPr>
              <a:t>Webinaire - Mardi 12 mai 2026 - 20h00 GMT+1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2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Promesse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101820"/>
                </a:solidFill>
              </a:rPr>
              <a:t>Comprendre, pratiquer, transmettre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205740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1E2428"/>
                </a:solidFill>
              </a:rPr>
              <a:t>- Comprendre le changement IA.</a:t>
            </a:r>
          </a:p>
          <a:p>
            <a:r>
              <a:rPr lang="fr-FR" sz="2000">
                <a:solidFill>
                  <a:srgbClr val="1E2428"/>
                </a:solidFill>
              </a:rPr>
              <a:t>- Développer les skills IA indispensables.</a:t>
            </a:r>
          </a:p>
          <a:p>
            <a:r>
              <a:rPr lang="fr-FR" sz="2000">
                <a:solidFill>
                  <a:srgbClr val="1E2428"/>
                </a:solidFill>
              </a:rPr>
              <a:t>- Garder un cadre humain, éthique et pédagogique.</a:t>
            </a:r>
          </a:p>
          <a:p>
            <a:r>
              <a:rPr lang="fr-FR" sz="2000">
                <a:solidFill>
                  <a:srgbClr val="1E2428"/>
                </a:solidFill>
              </a:rPr>
              <a:t>- Repartir avec une méthode d'action.</a:t>
            </a:r>
          </a:p>
        </p:txBody>
      </p:sp>
      <p:sp>
        <p:nvSpPr>
          <p:cNvPr id="8" name="Note"/>
          <p:cNvSpPr/>
          <p:nvPr/>
        </p:nvSpPr>
        <p:spPr>
          <a:xfrm>
            <a:off x="9326880" y="1920240"/>
            <a:ext cx="2011680" cy="201168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55480" y="21488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Repère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action concrète à tester cette semaine.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3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Pourquoi maintenant ?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101820"/>
                </a:solidFill>
              </a:rPr>
              <a:t>Le changement accélère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205740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1E2428"/>
                </a:solidFill>
              </a:rPr>
              <a:t>- Le monde se transforme à grande vitesse.</a:t>
            </a:r>
          </a:p>
          <a:p>
            <a:r>
              <a:rPr lang="fr-FR" sz="2000">
                <a:solidFill>
                  <a:srgbClr val="1E2428"/>
                </a:solidFill>
              </a:rPr>
              <a:t>- L'IA accélère les usages et les attentes.</a:t>
            </a:r>
          </a:p>
          <a:p>
            <a:r>
              <a:rPr lang="fr-FR" sz="2000">
                <a:solidFill>
                  <a:srgbClr val="1E2428"/>
                </a:solidFill>
              </a:rPr>
              <a:t>- Les métiers changent : préparer, produire, vérifier, publier.</a:t>
            </a:r>
          </a:p>
          <a:p>
            <a:r>
              <a:rPr lang="fr-FR" sz="2000">
                <a:solidFill>
                  <a:srgbClr val="1E2428"/>
                </a:solidFill>
              </a:rPr>
              <a:t>- Les coachs doivent apprendre à travailler avec ces nouveaux systèmes.</a:t>
            </a:r>
          </a:p>
        </p:txBody>
      </p:sp>
      <p:sp>
        <p:nvSpPr>
          <p:cNvPr id="8" name="Note"/>
          <p:cNvSpPr/>
          <p:nvPr/>
        </p:nvSpPr>
        <p:spPr>
          <a:xfrm>
            <a:off x="9326880" y="1920240"/>
            <a:ext cx="2011680" cy="201168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55480" y="21488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Repère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action concrète à tester cette semaine.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4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Trois échelles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101820"/>
                </a:solidFill>
              </a:rPr>
              <a:t>Lire la transformation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205740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1E2428"/>
                </a:solidFill>
              </a:rPr>
              <a:t>- Monde : IA, cloud, satellites, quantique.</a:t>
            </a:r>
          </a:p>
          <a:p>
            <a:r>
              <a:rPr lang="fr-FR" sz="2000">
                <a:solidFill>
                  <a:srgbClr val="1E2428"/>
                </a:solidFill>
              </a:rPr>
              <a:t>- Personnel : mindset, habitudes, attention.</a:t>
            </a:r>
          </a:p>
          <a:p>
            <a:r>
              <a:rPr lang="fr-FR" sz="2000">
                <a:solidFill>
                  <a:srgbClr val="1E2428"/>
                </a:solidFill>
              </a:rPr>
              <a:t>- Professionnel : développement moderne, production, publication.</a:t>
            </a:r>
          </a:p>
        </p:txBody>
      </p:sp>
      <p:sp>
        <p:nvSpPr>
          <p:cNvPr id="8" name="Note"/>
          <p:cNvSpPr/>
          <p:nvPr/>
        </p:nvSpPr>
        <p:spPr>
          <a:xfrm>
            <a:off x="9326880" y="1920240"/>
            <a:ext cx="2011680" cy="201168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55480" y="21488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Repère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action concrète à tester cette semaine.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5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New Paradigm IA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101820"/>
                </a:solidFill>
              </a:rPr>
              <a:t>Une nouvelle manière de travailler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205740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1E2428"/>
                </a:solidFill>
              </a:rPr>
              <a:t>- Intention claire.</a:t>
            </a:r>
          </a:p>
          <a:p>
            <a:r>
              <a:rPr lang="fr-FR" sz="2000">
                <a:solidFill>
                  <a:srgbClr val="1E2428"/>
                </a:solidFill>
              </a:rPr>
              <a:t>- Dialogue avec le modèle.</a:t>
            </a:r>
          </a:p>
          <a:p>
            <a:r>
              <a:rPr lang="fr-FR" sz="2000">
                <a:solidFill>
                  <a:srgbClr val="1E2428"/>
                </a:solidFill>
              </a:rPr>
              <a:t>- Production structurée.</a:t>
            </a:r>
          </a:p>
          <a:p>
            <a:r>
              <a:rPr lang="fr-FR" sz="2000">
                <a:solidFill>
                  <a:srgbClr val="1E2428"/>
                </a:solidFill>
              </a:rPr>
              <a:t>- Vérification humaine.</a:t>
            </a:r>
          </a:p>
          <a:p>
            <a:r>
              <a:rPr lang="fr-FR" sz="2000">
                <a:solidFill>
                  <a:srgbClr val="1E2428"/>
                </a:solidFill>
              </a:rPr>
              <a:t>- Correction et transmission.</a:t>
            </a:r>
          </a:p>
        </p:txBody>
      </p:sp>
      <p:sp>
        <p:nvSpPr>
          <p:cNvPr id="8" name="Note"/>
          <p:cNvSpPr/>
          <p:nvPr/>
        </p:nvSpPr>
        <p:spPr>
          <a:xfrm>
            <a:off x="9326880" y="1920240"/>
            <a:ext cx="2011680" cy="201168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55480" y="21488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Repère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action concrète à tester cette semaine.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6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Skills IA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101820"/>
                </a:solidFill>
              </a:rPr>
              <a:t>Les compétences indispensables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205740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1E2428"/>
                </a:solidFill>
              </a:rPr>
              <a:t>- Formuler une intention claire.</a:t>
            </a:r>
          </a:p>
          <a:p>
            <a:r>
              <a:rPr lang="fr-FR" sz="2000">
                <a:solidFill>
                  <a:srgbClr val="1E2428"/>
                </a:solidFill>
              </a:rPr>
              <a:t>- Écrire un prompt utile.</a:t>
            </a:r>
          </a:p>
          <a:p>
            <a:r>
              <a:rPr lang="fr-FR" sz="2000">
                <a:solidFill>
                  <a:srgbClr val="1E2428"/>
                </a:solidFill>
              </a:rPr>
              <a:t>- Relancer avec des critères.</a:t>
            </a:r>
          </a:p>
          <a:p>
            <a:r>
              <a:rPr lang="fr-FR" sz="2000">
                <a:solidFill>
                  <a:srgbClr val="1E2428"/>
                </a:solidFill>
              </a:rPr>
              <a:t>- Vérifier, corriger et documenter.</a:t>
            </a:r>
          </a:p>
          <a:p>
            <a:r>
              <a:rPr lang="fr-FR" sz="2000">
                <a:solidFill>
                  <a:srgbClr val="1E2428"/>
                </a:solidFill>
              </a:rPr>
              <a:t>- Produire et publier.</a:t>
            </a:r>
          </a:p>
        </p:txBody>
      </p:sp>
      <p:sp>
        <p:nvSpPr>
          <p:cNvPr id="8" name="Note"/>
          <p:cNvSpPr/>
          <p:nvPr/>
        </p:nvSpPr>
        <p:spPr>
          <a:xfrm>
            <a:off x="9326880" y="1920240"/>
            <a:ext cx="2011680" cy="201168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55480" y="21488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Repère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action concrète à tester cette semaine.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7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Coach augmenté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101820"/>
                </a:solidFill>
              </a:rPr>
              <a:t>Responsabilité humaine, puissance IA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205740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1E2428"/>
                </a:solidFill>
              </a:rPr>
              <a:t>- Le coach augmenté ne délègue pas sa responsabilité.</a:t>
            </a:r>
          </a:p>
          <a:p>
            <a:r>
              <a:rPr lang="fr-FR" sz="2000">
                <a:solidFill>
                  <a:srgbClr val="1E2428"/>
                </a:solidFill>
              </a:rPr>
              <a:t>- Il prépare mieux.</a:t>
            </a:r>
          </a:p>
          <a:p>
            <a:r>
              <a:rPr lang="fr-FR" sz="2000">
                <a:solidFill>
                  <a:srgbClr val="1E2428"/>
                </a:solidFill>
              </a:rPr>
              <a:t>- Il structure et simule.</a:t>
            </a:r>
          </a:p>
          <a:p>
            <a:r>
              <a:rPr lang="fr-FR" sz="2000">
                <a:solidFill>
                  <a:srgbClr val="1E2428"/>
                </a:solidFill>
              </a:rPr>
              <a:t>- Il synthétise et transmet.</a:t>
            </a:r>
          </a:p>
          <a:p>
            <a:r>
              <a:rPr lang="fr-FR" sz="2000">
                <a:solidFill>
                  <a:srgbClr val="1E2428"/>
                </a:solidFill>
              </a:rPr>
              <a:t>- Il garde l'éthique au centre.</a:t>
            </a:r>
          </a:p>
        </p:txBody>
      </p:sp>
      <p:sp>
        <p:nvSpPr>
          <p:cNvPr id="8" name="Note"/>
          <p:cNvSpPr/>
          <p:nvPr/>
        </p:nvSpPr>
        <p:spPr>
          <a:xfrm>
            <a:off x="9326880" y="1920240"/>
            <a:ext cx="2011680" cy="201168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55480" y="21488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Repère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action concrète à tester cette semaine.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8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F2C86B"/>
                </a:solidFill>
              </a:rPr>
              <a:t>Atelier pratique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FFFFFF"/>
                </a:solidFill>
              </a:rPr>
              <a:t>Optimiser une landing page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31520" y="2240280"/>
            <a:ext cx="484632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F7F7F4"/>
                </a:solidFill>
              </a:rPr>
              <a:t>Cas pratique : passer d'une intention à un support clair, ciblé et publiable avec l'aide de l'IA.</a:t>
            </a:r>
          </a:p>
        </p:txBody>
      </p:sp>
      <p:pic>
        <p:nvPicPr>
          <p:cNvPr id="8" name="programme-webinaire-atelier-ln-ia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406640" y="132588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9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Grille d'analyse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101820"/>
                </a:solidFill>
              </a:rPr>
              <a:t>Observer avant d'améliorer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205740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1E2428"/>
                </a:solidFill>
              </a:rPr>
              <a:t>- Public cible.</a:t>
            </a:r>
          </a:p>
          <a:p>
            <a:r>
              <a:rPr lang="fr-FR" sz="2000">
                <a:solidFill>
                  <a:srgbClr val="1E2428"/>
                </a:solidFill>
              </a:rPr>
              <a:t>- Promesse et titre.</a:t>
            </a:r>
          </a:p>
          <a:p>
            <a:r>
              <a:rPr lang="fr-FR" sz="2000">
                <a:solidFill>
                  <a:srgbClr val="1E2428"/>
                </a:solidFill>
              </a:rPr>
              <a:t>- Programme et preuves.</a:t>
            </a:r>
          </a:p>
          <a:p>
            <a:r>
              <a:rPr lang="fr-FR" sz="2000">
                <a:solidFill>
                  <a:srgbClr val="1E2428"/>
                </a:solidFill>
              </a:rPr>
              <a:t>- Visuels et appel à l'action.</a:t>
            </a:r>
          </a:p>
          <a:p>
            <a:r>
              <a:rPr lang="fr-FR" sz="2000">
                <a:solidFill>
                  <a:srgbClr val="1E2428"/>
                </a:solidFill>
              </a:rPr>
              <a:t>- Mobile, accessibilité et éthique.</a:t>
            </a:r>
          </a:p>
        </p:txBody>
      </p:sp>
      <p:sp>
        <p:nvSpPr>
          <p:cNvPr id="8" name="Note"/>
          <p:cNvSpPr/>
          <p:nvPr/>
        </p:nvSpPr>
        <p:spPr>
          <a:xfrm>
            <a:off x="9326880" y="1920240"/>
            <a:ext cx="2011680" cy="201168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55480" y="21488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Repère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action concrète à tester cette semaine.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10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Exercice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101820"/>
                </a:solidFill>
              </a:rPr>
              <a:t>Améliorer une section avec l'IA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205740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1E2428"/>
                </a:solidFill>
              </a:rPr>
              <a:t>- Choisir une section de la page.</a:t>
            </a:r>
          </a:p>
          <a:p>
            <a:r>
              <a:rPr lang="fr-FR" sz="2000">
                <a:solidFill>
                  <a:srgbClr val="1E2428"/>
                </a:solidFill>
              </a:rPr>
              <a:t>- Formuler l'intention.</a:t>
            </a:r>
          </a:p>
          <a:p>
            <a:r>
              <a:rPr lang="fr-FR" sz="2000">
                <a:solidFill>
                  <a:srgbClr val="1E2428"/>
                </a:solidFill>
              </a:rPr>
              <a:t>- Demander une amélioration ciblée.</a:t>
            </a:r>
          </a:p>
          <a:p>
            <a:r>
              <a:rPr lang="fr-FR" sz="2000">
                <a:solidFill>
                  <a:srgbClr val="1E2428"/>
                </a:solidFill>
              </a:rPr>
              <a:t>- Expliquer ce qui a changé.</a:t>
            </a:r>
          </a:p>
          <a:p>
            <a:r>
              <a:rPr lang="fr-FR" sz="2000">
                <a:solidFill>
                  <a:srgbClr val="1E2428"/>
                </a:solidFill>
              </a:rPr>
              <a:t>- Vérifier la qualité.</a:t>
            </a:r>
          </a:p>
        </p:txBody>
      </p:sp>
      <p:sp>
        <p:nvSpPr>
          <p:cNvPr id="8" name="Note"/>
          <p:cNvSpPr/>
          <p:nvPr/>
        </p:nvSpPr>
        <p:spPr>
          <a:xfrm>
            <a:off x="9326880" y="1920240"/>
            <a:ext cx="2011680" cy="201168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55480" y="21488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Repère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action concrète à tester cette semaine.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11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48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F2C86B"/>
                </a:solidFill>
              </a:rPr>
              <a:t>Ce que vous emportez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6012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000" b="1">
                <a:solidFill>
                  <a:srgbClr val="FFFFFF"/>
                </a:solidFill>
              </a:rPr>
              <a:t>Vision, méthode et action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31520" y="2240280"/>
            <a:ext cx="484632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F7F7F4"/>
                </a:solidFill>
              </a:rPr>
              <a:t>Vous repartez avec une vision claire, des skills IA, des prompts, une grille d'analyse et une action à pratiquer.</a:t>
            </a:r>
          </a:p>
        </p:txBody>
      </p:sp>
      <p:pic>
        <p:nvPicPr>
          <p:cNvPr id="8" name="fiche-vous-repartirez-avec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406640" y="132588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12 / 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94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F2C86B"/>
                </a:solidFill>
              </a:rPr>
              <a:t>Appel à l'action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1143000"/>
            <a:ext cx="7498079" cy="1554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4000" b="1">
                <a:solidFill>
                  <a:srgbClr val="FFFFFF"/>
                </a:solidFill>
              </a:rPr>
              <a:t>Rejoindre la communauté et pratiquer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31520" y="2971800"/>
            <a:ext cx="64922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>
                <a:solidFill>
                  <a:srgbClr val="F7F7F4"/>
                </a:solidFill>
              </a:rPr>
              <a:t>Cette semaine : choisir une compétence IA, produire un livrable concret, puis partager le résultat avec la communauté LN-IA.</a:t>
            </a:r>
          </a:p>
        </p:txBody>
      </p:sp>
      <p:sp>
        <p:nvSpPr>
          <p:cNvPr id="8" name="CTA"/>
          <p:cNvSpPr/>
          <p:nvPr/>
        </p:nvSpPr>
        <p:spPr>
          <a:xfrm>
            <a:off x="731520" y="4297680"/>
            <a:ext cx="3931920" cy="50292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9" name="CTA Text"/>
          <p:cNvSpPr txBox="1"/>
          <p:nvPr/>
        </p:nvSpPr>
        <p:spPr>
          <a:xfrm>
            <a:off x="914400" y="4443984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101820"/>
                </a:solidFill>
              </a:rPr>
              <a:t>Webinaire - Mardi 12 mai 2026 - 20h00 GMT+1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N-IA">
  <a:themeElements>
    <a:clrScheme name="LN-IA">
      <a:dk1>
        <a:srgbClr val="101820"/>
      </a:dk1>
      <a:lt1>
        <a:srgbClr val="FFFFFF"/>
      </a:lt1>
      <a:dk2>
        <a:srgbClr val="1E2428"/>
      </a:dk2>
      <a:lt2>
        <a:srgbClr val="F7F7F4"/>
      </a:lt2>
      <a:accent1>
        <a:srgbClr val="F2C86B"/>
      </a:accent1>
      <a:accent2>
        <a:srgbClr val="A9DFBF"/>
      </a:accent2>
      <a:accent3>
        <a:srgbClr val="204B34"/>
      </a:accent3>
      <a:accent4>
        <a:srgbClr val="E6F0E8"/>
      </a:accent4>
      <a:accent5>
        <a:srgbClr val="C8C1B5"/>
      </a:accent5>
      <a:accent6>
        <a:srgbClr val="172027"/>
      </a:accent6>
      <a:hlink>
        <a:srgbClr val="204B34"/>
      </a:hlink>
      <a:folHlink>
        <a:srgbClr val="204B34"/>
      </a:folHlink>
    </a:clrScheme>
    <a:fontScheme name="LN-IA">
      <a:majorFont>
        <a:latin typeface="Aptos Display"/>
      </a:majorFont>
      <a:minorFont>
        <a:latin typeface="Aptos"/>
      </a:minorFont>
    </a:fontScheme>
    <a:fmtScheme name="LN-I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LN-IA Generator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LN-IA Studio Coachs - Webinaire 12 mai 2026</dc:title>
  <dc:creator>LAB-NUMERIQUE-IA</dc:creator>
  <cp:lastModifiedBy>Codex</cp:lastModifiedBy>
</cp:coreProperties>
</file>